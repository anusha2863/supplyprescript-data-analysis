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42742"/>
                </a:solidFill>
                <a:latin typeface="Aptos"/>
              </a:rPr>
              <a:t>SUPPLYPRESCRIPT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275C96"/>
                </a:solidFill>
                <a:latin typeface="Aptos"/>
              </a:rPr>
              <a:t>Closed-Loop Prescriptive Analytics – Supply Chain Performance</a:t>
            </a:r>
          </a:p>
        </p:txBody>
      </p:sp>
      <p:pic>
        <p:nvPicPr>
          <p:cNvPr id="5" name="Picture 4" descr="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00200"/>
            <a:ext cx="10252316" cy="4485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6016752"/>
            <a:ext cx="9966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C6976"/>
                </a:solidFill>
                <a:latin typeface="Aptos"/>
              </a:rPr>
              <a:t>Submitted By: Chukka Reddy Anusha | 15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43733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5C6976"/>
                </a:solidFill>
                <a:latin typeface="Aptos"/>
              </a:rPr>
              <a:t>From raw supply-chain data to actionable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73958" cy="21108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SupplyPrescript</a:t>
            </a:r>
            <a:r>
              <a:rPr dirty="0"/>
              <a:t> analyzes supply-chain operations across revenue, costs, inventory, suppliers, logistics, 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production, and quality.</a:t>
            </a:r>
          </a:p>
          <a:p>
            <a:pPr>
              <a:spcAft>
                <a:spcPts val="7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•  The data-analysis workstream prepares reliable analytical data and converts findings into business-oriented 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insights.</a:t>
            </a:r>
          </a:p>
          <a:p>
            <a:pPr>
              <a:spcAft>
                <a:spcPts val="7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• Power BI provides an interactive management view of the resulting KPIs and operational findings.</a:t>
            </a:r>
          </a:p>
          <a:p>
            <a:pPr>
              <a:spcAft>
                <a:spcPts val="7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• The wider project can extend these insights into predictive and prescriptive decision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25780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742"/>
                </a:solidFill>
                <a:latin typeface="Aptos"/>
              </a:rPr>
              <a:t>Enable data-driven monitoring and decision support across the supply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2.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6692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Understand and validate the Kaggle supply-chain dataset.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Clean and prepare data for downstream analysis.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Perform EDA to discover patterns and operational trends.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Engineer meaningful supply-chain performance features.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Analyze correlations among numerical variables.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Translate results into business insights and recommendations.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Present findings through an interactive Power BI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0" y="141732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742"/>
                </a:solidFill>
                <a:latin typeface="Aptos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141732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742"/>
                </a:solidFill>
                <a:latin typeface="Aptos"/>
              </a:rPr>
              <a:t>Sales &amp;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21945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742"/>
                </a:solidFill>
                <a:latin typeface="Aptos"/>
              </a:rPr>
              <a:t>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19456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742"/>
                </a:solidFill>
                <a:latin typeface="Aptos"/>
              </a:rPr>
              <a:t>Suppliers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9718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742"/>
                </a:solidFill>
                <a:latin typeface="Aptos"/>
              </a:rPr>
              <a:t>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9718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742"/>
                </a:solidFill>
                <a:latin typeface="Aptos"/>
              </a:rPr>
              <a:t>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74903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742"/>
                </a:solidFill>
                <a:latin typeface="Aptos"/>
              </a:rPr>
              <a:t>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749039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742"/>
                </a:solidFill>
                <a:latin typeface="Aptos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1" y="5120640"/>
            <a:ext cx="5510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75C96"/>
                </a:solidFill>
                <a:latin typeface="Aptos"/>
              </a:rPr>
              <a:t>Output: reproducible notebooks + business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3. Dataset &amp;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5C6976"/>
                </a:solidFill>
                <a:latin typeface="Aptos"/>
              </a:rPr>
              <a:t>Kaggle supply-chain dataset used for the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44168"/>
            <a:ext cx="62549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C6976"/>
                </a:solidFill>
                <a:latin typeface="Aptos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Product type, SKU, price, availability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23444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344168"/>
            <a:ext cx="4892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C6976"/>
                </a:solidFill>
                <a:latin typeface="Aptos"/>
              </a:rPr>
              <a:t>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Products sold, revenue generated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69762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C6976"/>
                </a:solidFill>
                <a:latin typeface="Aptos"/>
              </a:rP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Stock levels, order quantities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37744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487168"/>
            <a:ext cx="64793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C6976"/>
                </a:solidFill>
                <a:latin typeface="Aptos"/>
              </a:rPr>
              <a:t>Supplier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43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Supplier name, location, lead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630168"/>
            <a:ext cx="67678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C6976"/>
                </a:solidFill>
                <a:latin typeface="Aptos"/>
              </a:rPr>
              <a:t>Logistics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Shipping time, carrier, route, transportation mode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52044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630168"/>
            <a:ext cx="79701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C6976"/>
                </a:solidFill>
                <a:latin typeface="Aptos"/>
              </a:rPr>
              <a:t>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Production volumes, manufacturing lead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6344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73168"/>
            <a:ext cx="4475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C6976"/>
                </a:solidFill>
                <a:latin typeface="Aptos"/>
              </a:rPr>
              <a:t>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Shipping costs, manufacturing costs, route costs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663440"/>
            <a:ext cx="51206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773168"/>
            <a:ext cx="58381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5C6976"/>
                </a:solidFill>
                <a:latin typeface="Aptos"/>
              </a:rPr>
              <a:t>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292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Inspection results, defect rates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4. End-to-End Data Analysis Workflow</a:t>
            </a:r>
          </a:p>
        </p:txBody>
      </p:sp>
      <p:pic>
        <p:nvPicPr>
          <p:cNvPr id="3" name="Picture 2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09728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142742"/>
                </a:solidFill>
                <a:latin typeface="Aptos"/>
              </a:rPr>
              <a:t>Dataset → Cleaning → EDA → Features → Correlation → Insights →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5. Notebook-Based Implementation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43000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52728"/>
            <a:ext cx="104241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01_data_loading.ipynb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90515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solidFill>
                  <a:srgbClr val="142742"/>
                </a:solidFill>
                <a:latin typeface="Aptos"/>
              </a:rPr>
              <a:t>Load CSV; inspect head, info, shape, and descriptive statistics.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01952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4241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02_data_cleaning.ipynb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80999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Missing values, duplicates, data types, and preparation.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60904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4241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03_EDA.ipynb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3206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solidFill>
                  <a:srgbClr val="142742"/>
                </a:solidFill>
                <a:latin typeface="Aptos"/>
              </a:rPr>
              <a:t>Distributions, categorical/numerical analysis, and visualizations.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19856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104241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04_feature_engineering.ipynb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1019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solidFill>
                  <a:srgbClr val="142742"/>
                </a:solidFill>
                <a:latin typeface="Aptos"/>
              </a:rPr>
              <a:t>Derived cost, efficiency, and performance measures.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78808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288536"/>
            <a:ext cx="104241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05_correlation_analysis.ipynb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34206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Correlation matrix, heatmap, and relationship analysis.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37759"/>
            <a:ext cx="106984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047488"/>
            <a:ext cx="1042415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6"/>
                </a:solidFill>
                <a:latin typeface="Aptos"/>
              </a:rPr>
              <a:t>06_business_insights.ipynb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01041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742"/>
                </a:solidFill>
                <a:latin typeface="Aptos"/>
              </a:rPr>
              <a:t>Product, supplier, cost, logistics, and quality findings.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6.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5778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Reviewed numerical and categorical variables before modelling or dashboarding.</a:t>
            </a:r>
          </a:p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Checked distributions, summary statistics, duplicates, missing values, and potential outliers.</a:t>
            </a:r>
          </a:p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Used charts to understand product, supplier, sales, inventory, logistics, cost, and quality patterns.</a:t>
            </a:r>
          </a:p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EDA findings guided feature engineering and business interpretation.</a:t>
            </a:r>
          </a:p>
        </p:txBody>
      </p:sp>
      <p:pic>
        <p:nvPicPr>
          <p:cNvPr id="4" name="Picture 3" descr="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124" y="2841531"/>
            <a:ext cx="6195848" cy="2754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9400" y="562356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5C6976"/>
                </a:solidFill>
                <a:latin typeface="Aptos"/>
              </a:rPr>
              <a:t>Completed dashboard analytical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7. Feature Engineering &amp;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1206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D37"/>
                </a:solidFill>
                <a:latin typeface="Aptos"/>
              </a:defRPr>
            </a:pPr>
            <a:r>
              <a:t>• Create derived metrics from raw operational fields.</a:t>
            </a:r>
          </a:p>
          <a:p>
            <a:pPr>
              <a:spcAft>
                <a:spcPts val="700"/>
              </a:spcAft>
              <a:defRPr sz="1450">
                <a:solidFill>
                  <a:srgbClr val="232D37"/>
                </a:solidFill>
                <a:latin typeface="Aptos"/>
              </a:defRPr>
            </a:pPr>
            <a:r>
              <a:t>• Analyze sales and inventory efficiency.</a:t>
            </a:r>
          </a:p>
          <a:p>
            <a:pPr>
              <a:spcAft>
                <a:spcPts val="700"/>
              </a:spcAft>
              <a:defRPr sz="1450">
                <a:solidFill>
                  <a:srgbClr val="232D37"/>
                </a:solidFill>
                <a:latin typeface="Aptos"/>
              </a:defRPr>
            </a:pPr>
            <a:r>
              <a:t>• Combine relevant cost components where supported.</a:t>
            </a:r>
          </a:p>
          <a:p>
            <a:pPr>
              <a:spcAft>
                <a:spcPts val="700"/>
              </a:spcAft>
              <a:defRPr sz="1450">
                <a:solidFill>
                  <a:srgbClr val="232D37"/>
                </a:solidFill>
                <a:latin typeface="Aptos"/>
              </a:defRPr>
            </a:pPr>
            <a:r>
              <a:t>• Prepare variables for later modelling and dashboard interpretation.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CORRELATION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1206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D37"/>
                </a:solidFill>
                <a:latin typeface="Aptos"/>
              </a:defRPr>
            </a:pPr>
            <a:r>
              <a:t>• Calculate correlations among numerical variables.</a:t>
            </a:r>
          </a:p>
          <a:p>
            <a:pPr>
              <a:spcAft>
                <a:spcPts val="700"/>
              </a:spcAft>
              <a:defRPr sz="1450">
                <a:solidFill>
                  <a:srgbClr val="232D37"/>
                </a:solidFill>
                <a:latin typeface="Aptos"/>
              </a:defRPr>
            </a:pPr>
            <a:r>
              <a:t>• Use a correlation matrix and heatmap.</a:t>
            </a:r>
          </a:p>
          <a:p>
            <a:pPr>
              <a:spcAft>
                <a:spcPts val="700"/>
              </a:spcAft>
              <a:defRPr sz="1450">
                <a:solidFill>
                  <a:srgbClr val="232D37"/>
                </a:solidFill>
                <a:latin typeface="Aptos"/>
              </a:defRPr>
            </a:pPr>
            <a:r>
              <a:t>• Use correlation as a guide for feature selection, not causation.</a:t>
            </a:r>
          </a:p>
          <a:p>
            <a:pPr>
              <a:spcAft>
                <a:spcPts val="700"/>
              </a:spcAft>
              <a:defRPr sz="1450">
                <a:solidFill>
                  <a:srgbClr val="232D37"/>
                </a:solidFill>
                <a:latin typeface="Aptos"/>
              </a:defRPr>
            </a:pPr>
            <a:r>
              <a:t>• Investigate relationships among revenue, production, sales, shipping, lead time, and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42742"/>
                </a:solidFill>
                <a:latin typeface="Aptos"/>
              </a:rPr>
              <a:t>Outcome: cleaner analytical features + clearer understanding of variable relationships.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8. Power BI Dashboard – KPI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15935"/>
            <a:ext cx="413190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5C6976"/>
                </a:solidFill>
                <a:latin typeface="Aptos"/>
              </a:rPr>
              <a:t>Management-style monitoring of supply-chain performance</a:t>
            </a:r>
          </a:p>
        </p:txBody>
      </p:sp>
      <p:pic>
        <p:nvPicPr>
          <p:cNvPr id="4" name="Picture 3" descr="kpis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30" y="1842766"/>
            <a:ext cx="10652760" cy="2413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9834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dirty="0">
                <a:solidFill>
                  <a:srgbClr val="142742"/>
                </a:solidFill>
                <a:latin typeface="Aptos"/>
              </a:rPr>
              <a:t>KPIs: Total Revenue | Total Cost | Estimated Profit | Profit Margin % | Total Products Sold | Average Defect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3437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 dirty="0">
                <a:solidFill>
                  <a:srgbClr val="275C96"/>
                </a:solidFill>
                <a:latin typeface="Aptos"/>
              </a:rPr>
              <a:t>Filters: Product Type | Supplier | Location | Transportation Mode | Shipping Carrier | Route | Date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9. Power BI Dashboard – Analytics</a:t>
            </a:r>
          </a:p>
        </p:txBody>
      </p:sp>
      <p:pic>
        <p:nvPicPr>
          <p:cNvPr id="3" name="Picture 2" descr="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844752"/>
            <a:ext cx="10658539" cy="5284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7779" y="6210041"/>
            <a:ext cx="10561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142742"/>
                </a:solidFill>
                <a:latin typeface="Aptos"/>
              </a:rPr>
              <a:t>Revenue | Supplier Profitability | Cost Structure | Inventory | Transportation | Shipping &amp; Lead Time |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10. Business Insights &amp; 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177991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Product performance: identify categories contributing the largest share of sales</a:t>
            </a:r>
            <a:endParaRPr lang="en-IN" dirty="0"/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 or revenue.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Supplier performance: compare profitability, delivery, quality, and defect indicators.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Transportation cost: identify expensive modes and investigate route-level drivers.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Inventory efficiency: compare stock levels with sales activity to identify potential</a:t>
            </a:r>
            <a:endParaRPr lang="en-IN" dirty="0"/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 imbalance.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dirty="0"/>
              <a:t>• Quality management: prioritize categories with consistently higher defect rates.</a:t>
            </a:r>
          </a:p>
        </p:txBody>
      </p:sp>
      <p:pic>
        <p:nvPicPr>
          <p:cNvPr id="4" name="Picture 3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952" y="419811"/>
            <a:ext cx="3112962" cy="60183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11. GitHub &amp; 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39" y="1234440"/>
            <a:ext cx="8626891" cy="201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sz="1600" dirty="0"/>
              <a:t>• Six Jupyter Notebooks documenting analysis from loading through business insights.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sz="1600" dirty="0"/>
              <a:t>• README.md describing project purpose, workflow, technologies, and repository structure.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sz="1600" dirty="0"/>
              <a:t>• requirements.txt specifying Python dependencies.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sz="1600" dirty="0"/>
              <a:t>• Power BI dashboard file and preview image, subject to team/company sharing rules.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sz="1600" dirty="0"/>
              <a:t>• Professional project report documenting methodology, dashboard, insights, and future scope.</a:t>
            </a:r>
          </a:p>
          <a:p>
            <a:pPr>
              <a:spcAft>
                <a:spcPts val="700"/>
              </a:spcAft>
              <a:defRPr sz="1500">
                <a:solidFill>
                  <a:srgbClr val="232D37"/>
                </a:solidFill>
                <a:latin typeface="Aptos"/>
              </a:defRPr>
            </a:pPr>
            <a:r>
              <a:rPr sz="1600" dirty="0"/>
              <a:t>• Meaningful Git commits should reflect genuine development activity and progress.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00239" y="5532120"/>
            <a:ext cx="54524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42742"/>
                </a:solidFill>
                <a:latin typeface="Aptos"/>
              </a:rPr>
              <a:t>Repository: </a:t>
            </a:r>
            <a:r>
              <a:rPr lang="en-IN" sz="1200" b="1" dirty="0">
                <a:solidFill>
                  <a:srgbClr val="142742"/>
                </a:solidFill>
                <a:latin typeface="Aptos"/>
              </a:rPr>
              <a:t>https://github.com/Anusha2863/SupplyPrescript-Data-Analysis</a:t>
            </a:r>
            <a:endParaRPr sz="1200" b="1" dirty="0">
              <a:solidFill>
                <a:srgbClr val="14274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42742"/>
                </a:solidFill>
                <a:latin typeface="Aptos"/>
              </a:rPr>
              <a:t>12. Future Scope – Closing the Analytics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Develop and validate predictive models for relevant supply-chain targets.</a:t>
            </a:r>
          </a:p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Compare baseline models with XGBoost where appropriate.</a:t>
            </a:r>
          </a:p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Use feature importance to explain model drivers.</a:t>
            </a:r>
          </a:p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Add an optimization layer that converts predictions into recommended actions.</a:t>
            </a:r>
          </a:p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Monitor decisions and outcomes through the Power BI dashboard.</a:t>
            </a:r>
          </a:p>
          <a:p>
            <a:pPr>
              <a:spcAft>
                <a:spcPts val="7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Create a closed-loop feedback process so outcomes improve future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275C96"/>
                </a:solidFill>
                <a:latin typeface="Aptos"/>
              </a:rPr>
              <a:t>Predict → Recommend → Act → Monitor → Learn →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SupplyPrescript | Data Analysis Workstream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6159" y="5510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 dirty="0">
                <a:solidFill>
                  <a:srgbClr val="142742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698" y="1236007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 err="1">
                <a:solidFill>
                  <a:srgbClr val="275C96"/>
                </a:solidFill>
                <a:latin typeface="Aptos"/>
              </a:rPr>
              <a:t>SupplyPrescript</a:t>
            </a:r>
            <a:r>
              <a:rPr sz="1800" b="1" dirty="0">
                <a:solidFill>
                  <a:srgbClr val="275C96"/>
                </a:solidFill>
                <a:latin typeface="Aptos"/>
              </a:rPr>
              <a:t> – Closed-Loop Prescriptive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05821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dirty="0">
                <a:solidFill>
                  <a:srgbClr val="232D37"/>
                </a:solidFill>
                <a:latin typeface="Aptos"/>
              </a:rPr>
              <a:t>Data Analysis Workstream</a:t>
            </a:r>
          </a:p>
        </p:txBody>
      </p:sp>
      <p:pic>
        <p:nvPicPr>
          <p:cNvPr id="5" name="Picture 4" descr="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52" y="2070006"/>
            <a:ext cx="8939048" cy="4403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804" y="6397651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dirty="0">
                <a:solidFill>
                  <a:srgbClr val="5C6976"/>
                </a:solidFill>
                <a:latin typeface="Aptos"/>
              </a:rPr>
              <a:t>Chukka Reddy Anusha | 15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1001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Anusha Anusha</dc:creator>
  <cp:keywords/>
  <dc:description>generated using python-pptx</dc:description>
  <cp:lastModifiedBy>Anusha Anusha</cp:lastModifiedBy>
  <cp:revision>5</cp:revision>
  <dcterms:created xsi:type="dcterms:W3CDTF">2013-01-27T09:14:16Z</dcterms:created>
  <dcterms:modified xsi:type="dcterms:W3CDTF">2026-08-15T13:13:05Z</dcterms:modified>
  <cp:category/>
</cp:coreProperties>
</file>